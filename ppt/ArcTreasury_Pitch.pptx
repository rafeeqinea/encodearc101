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ArcTreasury: AI-Powered Autonomous Treasury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Encode x Arc Enterprise &amp; DeFi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Liquidity Excellence.</a:t>
            </a:r>
          </a:p>
          <a:p>
            <a:pPr lvl="1"/>
            <a:r>
              <a:t>ArcTreasury is an AI-driven agent that manages corporate stablecoin reserves on the Arc Network.</a:t>
            </a:r>
          </a:p>
          <a:p>
            <a:pPr lvl="1"/>
            <a:r>
              <a:t>Ensuring optimal yield, seamless FX hedging, and automated obligation fulfillment.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treasury management is inefficient.</a:t>
            </a:r>
          </a:p>
          <a:p>
            <a:pPr lvl="1"/>
            <a:r>
              <a:t>Fragmentation: Liquidity split across USDC and EURC.</a:t>
            </a:r>
          </a:p>
          <a:p>
            <a:pPr lvl="1"/>
            <a:r>
              <a:t>Idle Capital: Assets sitting in wallets earning 0% yield.</a:t>
            </a:r>
          </a:p>
          <a:p>
            <a:pPr lvl="1"/>
            <a:r>
              <a:t>Manual Burden: Human teams manually swapping and paying invoices.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Our Solution: The AI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24/7 autonomous loop that handles the heavy lifting.</a:t>
            </a:r>
          </a:p>
          <a:p>
            <a:pPr lvl="1"/>
            <a:r>
              <a:t>Monitors: Real-time FX rates (Circle StableFX) and Yield (USYC).</a:t>
            </a:r>
          </a:p>
          <a:p>
            <a:pPr lvl="1"/>
            <a:r>
              <a:t>Predicts: ML-based FX forecasting and risk assessment.</a:t>
            </a:r>
          </a:p>
          <a:p>
            <a:pPr lvl="1"/>
            <a:r>
              <a:t>Executes: On-chain swaps and yield deposits on the Arc Testnet.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on cutting-edge stacks.</a:t>
            </a:r>
          </a:p>
          <a:p>
            <a:pPr lvl="1"/>
            <a:r>
              <a:t>Frontend: React + Framer Motion (Real-time Liquid Glass Dashboard).</a:t>
            </a:r>
          </a:p>
          <a:p>
            <a:pPr lvl="1"/>
            <a:r>
              <a:t>AI Backend: Python FastAPI Agent + predictive ML models.</a:t>
            </a:r>
          </a:p>
          <a:p>
            <a:pPr lvl="1"/>
            <a:r>
              <a:t>Smart Contracts: Solidity Vaults on Arc Testnet for asset custody.</a:t>
            </a:r>
          </a:p>
          <a:p>
            <a:pPr lvl="1"/>
            <a:r>
              <a:t>Integrations: Circle StableFX, Hashnote USYC, Stork Oracle.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Key Demo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 tools, real results.</a:t>
            </a:r>
          </a:p>
          <a:p>
            <a:pPr lvl="1"/>
            <a:r>
              <a:t>Live FX Monitor: Execute trades with real-time quotes.</a:t>
            </a:r>
          </a:p>
          <a:p>
            <a:pPr lvl="1"/>
            <a:r>
              <a:t>Automated Obligations: Agent pre-funds EURC ahead of pay dates.</a:t>
            </a:r>
          </a:p>
          <a:p>
            <a:pPr lvl="1"/>
            <a:r>
              <a:t>Yield Optimization: Idle USDC is automatically parked in USYC for 4.5% APY.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The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future of autonomous finance.</a:t>
            </a:r>
          </a:p>
          <a:p>
            <a:pPr lvl="1"/>
            <a:r>
              <a:t>Multi-chain Expansion: Using Circle CCTP for cross-chain rebalancing.</a:t>
            </a:r>
          </a:p>
          <a:p>
            <a:pPr lvl="1"/>
            <a:r>
              <a:t>Advanced ML: Reinforcement learning for complex hedging strategies.</a:t>
            </a:r>
          </a:p>
          <a:p>
            <a:pPr lvl="1"/>
            <a:r>
              <a:t>Institutional Controls: Multi-sig approval hooks for high-value agent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